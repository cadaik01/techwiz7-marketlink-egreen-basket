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1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 15–20 seconds. Fill in the team members and the official project details before the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40 seconds. Present the problem from the buyer and farmer side, then state the scope: no online payment, no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60–70 seconds. Explain why React, Django, MySQL/InnoDB, Redis and Gemini fit the business needs. Do not read out every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90 seconds including the demo. Briefly name the 4 roles, then demo one order: customer places it → the farmer screen shows a notification instantly (realtime) → farmer accepts → ready. Use prepared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60–70 seconds. Demo one normal listing and one suspicious listing; stress that AI is a support layer with an Admin review flow. Only mention what works in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Demo at most 2 questions in the right role. Stress: the bot uses real data through 7 read-only tools, and each user only sees their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70 seconds. 30 kg example: A orders 20 kg, so B can order at most 10 kg and the site shows "Only 10 KG left". Pressing Order twice on a flaky connection still creates only 1 order (Idempotency-Key stored in Redis). Keep transactions and row locks for in-depth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Cash on pickup, no deposit → an abandoned order is a direct loss for the farmer. Present 3 layers: order limits, No-show returns stock, 3 times in 30 days locks the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20–30 seconds. Close with the 3 values, skim the "other extended features" line so the panel knows there is more to ask about, then move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641080" y="-411480"/>
            <a:ext cx="4023360" cy="402336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46920" y="658368"/>
            <a:ext cx="2011680" cy="20116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0" y="3383280"/>
            <a:ext cx="3566160" cy="2194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3600" b="1"/>
              <a:t>Local markets, reserved for you</a:t>
            </a:r>
          </a:p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43584"/>
            <a:ext cx="685800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4200" b="1" i="0">
                <a:solidFill>
                  <a:srgbClr val="F4F4F0"/>
                </a:solidFill>
                <a:latin typeface="Inter"/>
              </a:defRPr>
            </a:pPr>
            <a:r>
              <a:t>MarketLink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676656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200" b="1" i="0">
                <a:solidFill>
                  <a:srgbClr val="4ADE80"/>
                </a:solidFill>
                <a:latin typeface="Inter"/>
              </a:defRPr>
            </a:pPr>
            <a:r>
              <a:t>Connecting buyers with farmers</a:t>
            </a:r>
          </a:p>
          <a:p>
            <a:pPr algn="l">
              <a:spcAft>
                <a:spcPts val="600"/>
              </a:spcAft>
              <a:defRPr sz="2200" b="1" i="0">
                <a:solidFill>
                  <a:srgbClr val="4ADE80"/>
                </a:solidFill>
                <a:latin typeface="Inter"/>
              </a:defRPr>
            </a:pPr>
            <a:r>
              <a:t>in the traditional market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85616"/>
            <a:ext cx="62179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Online pre-order  •  Farmer confirms  •  Pick up at the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36008"/>
            <a:ext cx="2057400" cy="43891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718304"/>
            <a:ext cx="182880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0F1A14"/>
                </a:solidFill>
                <a:latin typeface="Inter"/>
              </a:defRPr>
            </a:pPr>
            <a:r>
              <a:rPr lang="en-US"/>
              <a:t>Techwiz 7 - Project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61320" y="6236208"/>
            <a:ext cx="914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01 / 09</a:t>
            </a:r>
          </a:p>
        </p:txBody>
      </p:sp>
      <p:pic>
        <p:nvPicPr>
          <p:cNvPr id="14" name="Title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1024128"/>
            <a:ext cx="1280160" cy="12801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C97219-5722-AEE9-3455-97DBFE7F99AF}"/>
              </a:ext>
            </a:extLst>
          </p:cNvPr>
          <p:cNvSpPr txBox="1"/>
          <p:nvPr/>
        </p:nvSpPr>
        <p:spPr>
          <a:xfrm>
            <a:off x="804672" y="5577840"/>
            <a:ext cx="621792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Team members</a:t>
            </a:r>
            <a:br>
              <a:rPr lang="en-US"/>
            </a:br>
            <a:r>
              <a:rPr lang="en-US"/>
              <a:t>Nguyễn Đức Long  - Tăng Huỳnh Tuấn Tú  - Trần Lê Minh Anh - Nguyễn Khánh Danh - Phạm Kim Nghi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The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MarketLink focuses on closing the information gap between buyers and farmers.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54864" cy="24231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Hard to find the right market, know which stall sells what they need, and plan their pickup.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54864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FARMERS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No channel to show products by selling schedule or take orders before customers arrive.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54864" cy="2423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A digital flow: find produce → pre-order → confirm → pick up and pay at the stall.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4ADE80"/>
                </a:solidFill>
                <a:latin typeface="Inter"/>
              </a:defRPr>
            </a:pPr>
            <a:r>
              <a:t>Scope: search and pre-ordering; no online payment or delivery.</a:t>
            </a:r>
          </a:p>
        </p:txBody>
      </p:sp>
      <p:pic>
        <p:nvPicPr>
          <p:cNvPr id="21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Solution and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An architecture that separates the interface, business logic, data and supporting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24028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10515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1856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85623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React 19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395728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057400"/>
            <a:ext cx="242316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205740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13048" y="2221992"/>
            <a:ext cx="20391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697480"/>
            <a:ext cx="203911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Django REST + WebSocket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395728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057400"/>
            <a:ext cx="205740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75120" y="205740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2221992"/>
            <a:ext cx="16733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697480"/>
            <a:ext cx="167335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MySQL 8 / InnoDB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057400"/>
            <a:ext cx="228600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2057400"/>
            <a:ext cx="54864" cy="10515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45168" y="2221992"/>
            <a:ext cx="1901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AI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697480"/>
            <a:ext cx="190195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Gemini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3429000"/>
            <a:ext cx="4572000" cy="41148"/>
          </a:xfrm>
          <a:prstGeom prst="rect">
            <a:avLst/>
          </a:prstGeom>
          <a:solidFill>
            <a:srgbClr val="9DB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0" y="3566160"/>
            <a:ext cx="438912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Redis: realtime </a:t>
            </a:r>
            <a:r>
              <a:rPr lang="en-001" sz="1200"/>
              <a:t>notifications</a:t>
            </a:r>
            <a:r>
              <a:t> • rate limits • </a:t>
            </a:r>
            <a:r>
              <a:rPr lang="en-001" sz="1200"/>
              <a:t>session management</a:t>
            </a:r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7240" y="4297680"/>
            <a:ext cx="333756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4297680"/>
            <a:ext cx="54864" cy="10515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446227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937760"/>
            <a:ext cx="295351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Vercel • Render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297680"/>
            <a:ext cx="333756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34840" y="42976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36007" y="446227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Business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7" y="4937760"/>
            <a:ext cx="295351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Service / Selector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297680"/>
            <a:ext cx="333756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92440" y="42976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93608" y="446227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Integrations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937760"/>
            <a:ext cx="295351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Background email • AI • Maps</a:t>
            </a:r>
          </a:p>
        </p:txBody>
      </p:sp>
      <p:pic>
        <p:nvPicPr>
          <p:cNvPr id="40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Four roles, one pre-order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What each role does and how an order moves through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4864" cy="16002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GUEST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Browse markets, stalls, products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Search and view the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920240"/>
            <a:ext cx="54864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Pre-order and track orders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Review after pickup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54864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FARMER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Manage stall, products, stock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Confirm and process 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920240"/>
            <a:ext cx="54864" cy="1600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Approve farmers, manage markets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Moderate content and view reports</a:t>
            </a:r>
          </a:p>
        </p:txBody>
      </p:sp>
      <p:sp>
        <p:nvSpPr>
          <p:cNvPr id="24" name="Flow Rounded Rectangle 7"/>
          <p:cNvSpPr/>
          <p:nvPr/>
        </p:nvSpPr>
        <p:spPr>
          <a:xfrm>
            <a:off x="594360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 Rounded Rectangle 12"/>
          <p:cNvSpPr/>
          <p:nvPr/>
        </p:nvSpPr>
        <p:spPr>
          <a:xfrm>
            <a:off x="2907792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low Rounded Rectangle 17"/>
          <p:cNvSpPr/>
          <p:nvPr/>
        </p:nvSpPr>
        <p:spPr>
          <a:xfrm>
            <a:off x="5221224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low Rounded Rectangle 22"/>
          <p:cNvSpPr/>
          <p:nvPr/>
        </p:nvSpPr>
        <p:spPr>
          <a:xfrm>
            <a:off x="7534656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low Rounded Rectangle 27"/>
          <p:cNvSpPr/>
          <p:nvPr/>
        </p:nvSpPr>
        <p:spPr>
          <a:xfrm>
            <a:off x="9848088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low TextBox 8"/>
          <p:cNvSpPr txBox="1"/>
          <p:nvPr/>
        </p:nvSpPr>
        <p:spPr>
          <a:xfrm>
            <a:off x="740664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86EFAC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30" name="Flow TextBox 9"/>
          <p:cNvSpPr txBox="1"/>
          <p:nvPr/>
        </p:nvSpPr>
        <p:spPr>
          <a:xfrm>
            <a:off x="740664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SEARCH</a:t>
            </a:r>
          </a:p>
        </p:txBody>
      </p:sp>
      <p:sp>
        <p:nvSpPr>
          <p:cNvPr id="31" name="Flow TextBox 10"/>
          <p:cNvSpPr txBox="1"/>
          <p:nvPr/>
        </p:nvSpPr>
        <p:spPr>
          <a:xfrm>
            <a:off x="740664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Markets • stalls • products</a:t>
            </a:r>
          </a:p>
        </p:txBody>
      </p:sp>
      <p:sp>
        <p:nvSpPr>
          <p:cNvPr id="32" name="Flow TextBox 11"/>
          <p:cNvSpPr txBox="1"/>
          <p:nvPr/>
        </p:nvSpPr>
        <p:spPr>
          <a:xfrm>
            <a:off x="2359152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3" name="Flow TextBox 13"/>
          <p:cNvSpPr txBox="1"/>
          <p:nvPr/>
        </p:nvSpPr>
        <p:spPr>
          <a:xfrm>
            <a:off x="3054096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22C55E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4" name="Flow TextBox 14"/>
          <p:cNvSpPr txBox="1"/>
          <p:nvPr/>
        </p:nvSpPr>
        <p:spPr>
          <a:xfrm>
            <a:off x="3054096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PRE-ORDER</a:t>
            </a:r>
          </a:p>
        </p:txBody>
      </p:sp>
      <p:sp>
        <p:nvSpPr>
          <p:cNvPr id="35" name="Flow TextBox 15"/>
          <p:cNvSpPr txBox="1"/>
          <p:nvPr/>
        </p:nvSpPr>
        <p:spPr>
          <a:xfrm>
            <a:off x="3054096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Date • time slot</a:t>
            </a:r>
          </a:p>
        </p:txBody>
      </p:sp>
      <p:sp>
        <p:nvSpPr>
          <p:cNvPr id="36" name="Flow TextBox 16"/>
          <p:cNvSpPr txBox="1"/>
          <p:nvPr/>
        </p:nvSpPr>
        <p:spPr>
          <a:xfrm>
            <a:off x="4672584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7" name="Flow TextBox 18"/>
          <p:cNvSpPr txBox="1"/>
          <p:nvPr/>
        </p:nvSpPr>
        <p:spPr>
          <a:xfrm>
            <a:off x="5367528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59E0B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8" name="Flow TextBox 19"/>
          <p:cNvSpPr txBox="1"/>
          <p:nvPr/>
        </p:nvSpPr>
        <p:spPr>
          <a:xfrm>
            <a:off x="5367528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CONFIRM</a:t>
            </a:r>
          </a:p>
        </p:txBody>
      </p:sp>
      <p:sp>
        <p:nvSpPr>
          <p:cNvPr id="39" name="Flow TextBox 20"/>
          <p:cNvSpPr txBox="1"/>
          <p:nvPr/>
        </p:nvSpPr>
        <p:spPr>
          <a:xfrm>
            <a:off x="5367528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Farmer processes the order</a:t>
            </a:r>
          </a:p>
        </p:txBody>
      </p:sp>
      <p:sp>
        <p:nvSpPr>
          <p:cNvPr id="40" name="Flow TextBox 21"/>
          <p:cNvSpPr txBox="1"/>
          <p:nvPr/>
        </p:nvSpPr>
        <p:spPr>
          <a:xfrm>
            <a:off x="6986016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1" name="Flow TextBox 23"/>
          <p:cNvSpPr txBox="1"/>
          <p:nvPr/>
        </p:nvSpPr>
        <p:spPr>
          <a:xfrm>
            <a:off x="7680960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4ADE8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42" name="Flow TextBox 24"/>
          <p:cNvSpPr txBox="1"/>
          <p:nvPr/>
        </p:nvSpPr>
        <p:spPr>
          <a:xfrm>
            <a:off x="7680960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PICKUP</a:t>
            </a:r>
          </a:p>
        </p:txBody>
      </p:sp>
      <p:sp>
        <p:nvSpPr>
          <p:cNvPr id="43" name="Flow TextBox 25"/>
          <p:cNvSpPr txBox="1"/>
          <p:nvPr/>
        </p:nvSpPr>
        <p:spPr>
          <a:xfrm>
            <a:off x="7607808" y="4846320"/>
            <a:ext cx="162763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rPr lang="en-US"/>
              <a:t>Pay </a:t>
            </a:r>
            <a:r>
              <a:t>at the market / stall</a:t>
            </a:r>
          </a:p>
        </p:txBody>
      </p:sp>
      <p:sp>
        <p:nvSpPr>
          <p:cNvPr id="44" name="Flow TextBox 26"/>
          <p:cNvSpPr txBox="1"/>
          <p:nvPr/>
        </p:nvSpPr>
        <p:spPr>
          <a:xfrm>
            <a:off x="9299448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5" name="Flow TextBox 28"/>
          <p:cNvSpPr txBox="1"/>
          <p:nvPr/>
        </p:nvSpPr>
        <p:spPr>
          <a:xfrm>
            <a:off x="9994392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86EFAC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46" name="Flow TextBox 29"/>
          <p:cNvSpPr txBox="1"/>
          <p:nvPr/>
        </p:nvSpPr>
        <p:spPr>
          <a:xfrm>
            <a:off x="9994392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47" name="Flow TextBox 30"/>
          <p:cNvSpPr txBox="1"/>
          <p:nvPr/>
        </p:nvSpPr>
        <p:spPr>
          <a:xfrm>
            <a:off x="9994392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Feedback after the purchase</a:t>
            </a:r>
          </a:p>
        </p:txBody>
      </p:sp>
      <p:sp>
        <p:nvSpPr>
          <p:cNvPr id="48" name="Flow TextBox 31"/>
          <p:cNvSpPr txBox="1"/>
          <p:nvPr/>
        </p:nvSpPr>
        <p:spPr>
          <a:xfrm>
            <a:off x="914400" y="5715000"/>
            <a:ext cx="1024128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4ADE80"/>
                </a:solidFill>
                <a:latin typeface="Inter"/>
              </a:defRPr>
            </a:pPr>
            <a:r>
              <a:t>Demo: customer orders → farmer is notified instantly (realtime) → confirm → pickup</a:t>
            </a:r>
          </a:p>
        </p:txBody>
      </p:sp>
      <p:pic>
        <p:nvPicPr>
          <p:cNvPr id="49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AI moderation of listings &amp;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Proactive moderation before anything goes public, with Admin follow-up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33756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54864" cy="2103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22199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01 — RULES &amp;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295351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A rule layer checks price ranges and stock; Gemini reads text and images to detect violations or wrong categories.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7889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4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57400"/>
            <a:ext cx="29718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205740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2221992"/>
            <a:ext cx="2587752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02 — </a:t>
            </a:r>
            <a:r>
              <a:rPr lang="en-001" sz="1400" b="1"/>
              <a:t>AUTO CLASSIFICATION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2697480"/>
            <a:ext cx="258775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Clean listings are auto-approved; suspicious ones are held. Abusive reviews are auto-hidden (Hidden by AI); genuine criticism stays.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7889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4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057400"/>
            <a:ext cx="333756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205740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222199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03 — AI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697480"/>
            <a:ext cx="295351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Admin reviews AI decisions, sees 30-day reliability stats and restores (Restore) when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17720"/>
            <a:ext cx="10698480" cy="77724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800600"/>
            <a:ext cx="10241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Value: bad content is stopped up front; if AI is unavailable, listings go to the Admin queue automatically.</a:t>
            </a:r>
          </a:p>
        </p:txBody>
      </p:sp>
      <p:pic>
        <p:nvPicPr>
          <p:cNvPr id="24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Role-based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A chatbot that queries real business data instead of only giving general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0574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“When and where do I pick up my order?” → The bot looks up the customer’s own order: market, date, time slot.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057400"/>
            <a:ext cx="54864" cy="2057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FARMER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“Which of my items are running low?” → The bot lists the stall’s low-stock, sold-out and pending items.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54864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“What is waiting for me today?” → The bot counts pending stalls, products, flags and at-risk customers.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10424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4ADE80"/>
                </a:solidFill>
                <a:latin typeface="Inter"/>
              </a:defRPr>
            </a:pPr>
            <a:r>
              <a:t>Safeguards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074920"/>
            <a:ext cx="82296" cy="822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983480"/>
            <a:ext cx="491947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F4F4F0"/>
                </a:solidFill>
                <a:latin typeface="Inter"/>
              </a:defRPr>
            </a:pPr>
            <a:r>
              <a:t>Read-only query tools; data is filtered by who is asking.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074920"/>
            <a:ext cx="82296" cy="822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4983480"/>
            <a:ext cx="4828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F4F4F0"/>
                </a:solidFill>
                <a:latin typeface="Inter"/>
              </a:defRPr>
            </a:pPr>
            <a:r>
              <a:t>Permissions checked on the server; question limits and a fallback model.</a:t>
            </a:r>
          </a:p>
        </p:txBody>
      </p:sp>
      <p:pic>
        <p:nvPicPr>
          <p:cNvPr id="25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Stock protection</a:t>
            </a:r>
            <a:r>
              <a:rPr lang="en-US"/>
              <a:t> -</a:t>
            </a:r>
            <a:r>
              <a:t> duplicate-order prevention</a:t>
            </a:r>
            <a:r>
              <a:rPr lang="en-US"/>
              <a:t> - Change history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Prevents overselling and duplicate orders on unstable connections.</a:t>
            </a:r>
            <a:r>
              <a:rPr lang="en-US"/>
              <a:t> Traces history when disputes arise.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STOCK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A new order holds the quantity; accepting deducts real stock, declining or expiring releases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2057400"/>
            <a:ext cx="54864" cy="2103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NO DUPLICATE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An Idempotency-Key lets a request be resent within its retention window without creating another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Transactions and row locks protect concurrent stock updates.</a:t>
            </a:r>
          </a:p>
        </p:txBody>
      </p:sp>
      <p:sp>
        <p:nvSpPr>
          <p:cNvPr id="24" name="Audit Rounded Rectangle 15"/>
          <p:cNvSpPr/>
          <p:nvPr/>
        </p:nvSpPr>
        <p:spPr>
          <a:xfrm>
            <a:off x="89611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udit Rectangle 16"/>
          <p:cNvSpPr/>
          <p:nvPr/>
        </p:nvSpPr>
        <p:spPr>
          <a:xfrm>
            <a:off x="8961120" y="205740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udit TextBox 17"/>
          <p:cNvSpPr txBox="1"/>
          <p:nvPr/>
        </p:nvSpPr>
        <p:spPr>
          <a:xfrm>
            <a:off x="91622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AUDIT LOG &amp; HISTORY</a:t>
            </a:r>
          </a:p>
        </p:txBody>
      </p:sp>
      <p:sp>
        <p:nvSpPr>
          <p:cNvPr id="27" name="Audit TextBox 18"/>
          <p:cNvSpPr txBox="1"/>
          <p:nvPr/>
        </p:nvSpPr>
        <p:spPr>
          <a:xfrm>
            <a:off x="9162288" y="2697480"/>
            <a:ext cx="2148840" cy="10556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rPr lang="en-001" sz="1300"/>
              <a:t>Logs every admin action (who, when, IP, reason), incl. reviews hidden by AI. Change History keeps each field edit (Old → New)</a:t>
            </a:r>
            <a: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572000"/>
            <a:ext cx="10149840" cy="9144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736592"/>
            <a:ext cx="9692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22C55E"/>
                </a:solidFill>
                <a:latin typeface="Inter"/>
              </a:defRPr>
            </a:pPr>
            <a:r>
              <a:t>STOCK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29200"/>
            <a:ext cx="9692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Stock 30 kg  −  Customer A orders 20 kg  =  Customer B can order up to 10 kg</a:t>
            </a:r>
          </a:p>
        </p:txBody>
      </p:sp>
      <p:pic>
        <p:nvPicPr>
          <p:cNvPr id="23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Stopping fake orders &amp; no-show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Protects farmers from fake orders in a pay-cash-at-the-market model (no deposit).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770632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rPr lang="en-001" sz="1600" b="1"/>
              <a:t>BLOCK FAKE ORDERS EARLY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At most 10 orders awaiting confirmation and 10 checkouts per hour per customer.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2057400"/>
            <a:ext cx="54864" cy="2103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2221992"/>
            <a:ext cx="27706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CUSTOMER NO-SHOW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If the customer does not come, the farmer marks No-show: the stock returns to sale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205740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2221992"/>
            <a:ext cx="27706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AUTO-LOCK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3 no-shows in 30 days: the account is locked and its open orders are cancelled.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572000"/>
            <a:ext cx="10149840" cy="9144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736592"/>
            <a:ext cx="9692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22C55E"/>
                </a:solidFill>
                <a:latin typeface="Inter"/>
              </a:defRPr>
            </a:pPr>
            <a: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29200"/>
            <a:ext cx="9692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Customer orders 5 kg of greens, never shows  →  No-show  →  5 kg back in stock</a:t>
            </a:r>
          </a:p>
        </p:txBody>
      </p:sp>
      <p:pic>
        <p:nvPicPr>
          <p:cNvPr id="23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60120"/>
            <a:ext cx="106984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4F4F0"/>
                </a:solidFill>
                <a:latin typeface="Inter"/>
              </a:defRPr>
            </a:pPr>
            <a:r>
              <a:t>MarketLink: from ordering to reliable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28800"/>
            <a:ext cx="640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54864" cy="1828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01 — REAL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Connects buyers, farmers and Admin in one flow: pre-order, pick up and pay cash at the market.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331720"/>
            <a:ext cx="54864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02 — CONTROLLED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2-layer moderation (Rules + Gemini) with follow-up review, and an AI assistant that queries real data by permission.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3317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03 — RELIABLE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No overselling, no duplicate orders from double clicks, fake-order limits and no-show account locks.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1078992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DCE5DF"/>
                </a:solidFill>
                <a:latin typeface="Inter"/>
              </a:defRPr>
            </a:pPr>
            <a:r>
              <a:rPr lang="en-US" b="1">
                <a:solidFill>
                  <a:srgbClr val="4ADE80"/>
                </a:solidFill>
              </a:rPr>
              <a:t>Other extended features:  </a:t>
            </a:r>
            <a:r>
              <a:rPr lang="en-US"/>
              <a:t>(Customer) </a:t>
            </a:r>
            <a:r>
              <a:t>order change requests • </a:t>
            </a:r>
            <a:r>
              <a:rPr lang="en-US"/>
              <a:t>(Farmer) </a:t>
            </a:r>
            <a:r>
              <a:t>remove sold-out items</a:t>
            </a:r>
            <a:r>
              <a:rPr lang="en-US"/>
              <a:t> •</a:t>
            </a:r>
            <a:r>
              <a:t> </a:t>
            </a:r>
            <a:r>
              <a:rPr lang="en-US" sz="1100">
                <a:solidFill>
                  <a:srgbClr val="DCE5DF"/>
                </a:solidFill>
                <a:latin typeface="Inter"/>
              </a:rPr>
              <a:t>(</a:t>
            </a:r>
            <a:r>
              <a:rPr lang="en-US"/>
              <a:t>Admin) emergency market closure </a:t>
            </a:r>
            <a:endParaRPr/>
          </a:p>
        </p:txBody>
      </p:sp>
      <p:sp>
        <p:nvSpPr>
          <p:cNvPr id="99" name="TextBox Thanks"/>
          <p:cNvSpPr txBox="1"/>
          <p:nvPr/>
        </p:nvSpPr>
        <p:spPr>
          <a:xfrm>
            <a:off x="822960" y="5212080"/>
            <a:ext cx="1042416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900" b="1" i="0">
                <a:solidFill>
                  <a:srgbClr val="4ADE80"/>
                </a:solidFill>
                <a:latin typeface="Inter"/>
              </a:defRPr>
            </a:pPr>
            <a:r>
              <a:t>Thank you, members of the panel.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080760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9DB0A6"/>
                </a:solidFill>
                <a:latin typeface="Inter"/>
              </a:defRPr>
            </a:pPr>
            <a:r>
              <a:t>09 / 09</a:t>
            </a:r>
          </a:p>
        </p:txBody>
      </p:sp>
      <p:pic>
        <p:nvPicPr>
          <p:cNvPr id="100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062472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1250</Words>
  <Application>Microsoft Office PowerPoint</Application>
  <PresentationFormat>Widescreen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Long Nguyen</cp:lastModifiedBy>
  <cp:revision>15</cp:revision>
  <dcterms:created xsi:type="dcterms:W3CDTF">2013-01-27T09:14:16Z</dcterms:created>
  <dcterms:modified xsi:type="dcterms:W3CDTF">2026-10-28T13:56:00Z</dcterms:modified>
  <cp:category/>
</cp:coreProperties>
</file>